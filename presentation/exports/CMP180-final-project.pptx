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自我介紹與題目。一句話定位：這是一套讓 CMP180 的 WLAN TX EVM 量測可重現、可稽核的 Python 系統。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強調第四點：這不只是效率問題，是安全問題。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這三件事互相牽制：只要少一個，這套系統就沒有取代手動量測的理由。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由左至右講一條主線：操作員瀏覽器 → Web API → RF 安全閘門 → RF Workflow → InstrumentSession → CMP180。節點上的 SRC 徽章對應真實檔案與行號。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前三道是「能不能開始」，第四項是「怎麼結束」。第四項才是這套系統跟手動量測最大的差別。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對應 workflow/single_measurement.py 的 MeasurementPhase 與 run_single_measurement 的 try/finally。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176/176 是「量到而且有效」，不是「量到就算」。無效點會被標成 INVALID 並且不連線。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如果有時間，這頁可以切到實機 Demo 或截圖。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這頁回答的是「你畢業之後別人怎麼接」。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主動講限制，比被問出來好。這頁通常是老師最會追問的地方。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三件事都有明確的完成條件，不是「再看看」。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留時間給提問。準備好回答：為什麼不宣稱 PASS、finally 真的一定會跑嗎、Mock 怎麼證明跟實機一致。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830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PROJECT /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CMP180 WLAN TX EVM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260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自動化量測系統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用可重現、可稽核的 Python 流程，取代重複的 CMsquares 手動量測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2064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Rohde &amp; Schwarz CMP180      Python 3.11+      2.4 / 5 / 6 GHz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手動量測沒辦法重現，也沒辦法稽核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8470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結果不一致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1792224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CMsquares 逐項手動設定，同一顆待測物換人量就換結果。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7157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條件無法追溯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2660904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量測條件留在操作者腦中，事後說不出當時究竟量了什麼。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5844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重複勞動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529584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掃描一整段頻段要重複上百次相同操作，費時且容易出錯。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402336" cy="40233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453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RF 安全靠記憶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251960" y="4398264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異常中斷時沒有任何機制保證儀器回到 RF Off。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722815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三個必須同時成立的目標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93338" cy="2880360"/>
          </a:xfrm>
          <a:prstGeom prst="roundRect">
            <a:avLst>
              <a:gd name="adj" fmla="val 2540"/>
            </a:avLst>
          </a:prstGeom>
          <a:solidFill>
            <a:srgbClr val="141F38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87552" y="224028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87552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2807208"/>
            <a:ext cx="2698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可重現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87552" y="3337560"/>
            <a:ext cx="26983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量測條件寫在 YAML 與程式裡，任何人用同一份設定都會得到同一個流程。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9178" y="1874520"/>
            <a:ext cx="3393338" cy="2880360"/>
          </a:xfrm>
          <a:prstGeom prst="roundRect">
            <a:avLst>
              <a:gd name="adj" fmla="val 2540"/>
            </a:avLst>
          </a:prstGeom>
          <a:solidFill>
            <a:srgbClr val="141F38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46650" y="2240280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46650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46650" y="2807208"/>
            <a:ext cx="2698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可稽核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46650" y="3337560"/>
            <a:ext cx="26983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 Run 都輸出 CSV、JSON、metadata 與 raw response，事後可完整還原。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8277" y="1874520"/>
            <a:ext cx="3393338" cy="2880360"/>
          </a:xfrm>
          <a:prstGeom prst="roundRect">
            <a:avLst>
              <a:gd name="adj" fmla="val 2540"/>
            </a:avLst>
          </a:prstGeom>
          <a:solidFill>
            <a:srgbClr val="141F38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05749" y="2240280"/>
            <a:ext cx="402336" cy="40233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05749" y="22402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505749" y="2807208"/>
            <a:ext cx="26983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失敗即安全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505749" y="3337560"/>
            <a:ext cx="269839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RF 一旦開啟，任何例外、逾時或取消都保證回到 RF Off，不依賴操作者記憶。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9722815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系統架構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分層職責與 RF 授權邊界</a:t>
            </a:r>
            <a:endParaRPr lang="en-US" sz="3000" dirty="0"/>
          </a:p>
        </p:txBody>
      </p:sp>
      <p:pic>
        <p:nvPicPr>
          <p:cNvPr id="4" name="Image 0" descr="C:\Users\clyan\OneDrive\Desktop\EX\CMP180-Automation\presentation\slides\cmp180-final-project\assets\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768" y="1481328"/>
            <a:ext cx="10424160" cy="4846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9722815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RF 安全設計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 RF 之前要通過三道閘門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74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8470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Route 驗證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1792224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只允許已驗證的 RF1.1 到 RF1.5 loopback，generator 與 analyzer 不得同 port。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43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7157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 Profile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2660904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只放行已完成 HIL 的 band 與 bandwidth 區段，功率限制在 -55 到 -30 dBm。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611880"/>
            <a:ext cx="402336" cy="40233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11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5844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操作員確認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529584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最後摘要列出實際頻率、功率與頻寬，未確認就不會送出任何 RF。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402336" cy="40233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4531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不可繞過的收尾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251960" y="4398264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成功、錯誤、逾時、取消都會走 finally：先 STOP 或 ABORT，再 RF Off。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722815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SingleShot 生命週期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七個階段，收尾不可繞過</a:t>
            </a:r>
            <a:endParaRPr lang="en-US" sz="3000" dirty="0"/>
          </a:p>
        </p:txBody>
      </p:sp>
      <p:pic>
        <p:nvPicPr>
          <p:cNvPr id="4" name="Image 0" descr="C:\Users\clyan\OneDrive\Desktop\EX\CMP180-Automation\presentation\slides\cmp180-final-project\assets\lifecy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768" y="1572768"/>
            <a:ext cx="1042416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5230368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紅色虛線是兩條失敗路徑：安全檢查未過就直接終止且全程未送 RF；RF 開啟後的任何例外都必經 CLEANING_UP。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9722815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實機驗證成果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同一支 Python 工具完成的 HIL 覆蓋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590724" cy="2560320"/>
          </a:xfrm>
          <a:prstGeom prst="roundRect">
            <a:avLst>
              <a:gd name="adj" fmla="val 2857"/>
            </a:avLst>
          </a:prstGeom>
          <a:solidFill>
            <a:srgbClr val="141F38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932688" y="2258568"/>
            <a:ext cx="20055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pPr indent="0" marL="0">
              <a:buNone/>
            </a:pPr>
            <a:r>
              <a:rPr lang="en-US" sz="15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區段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3172968"/>
            <a:ext cx="20055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2.4 / 5 / 6 GHz 合法 WLAN band 與頻寬組合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13684" y="1874520"/>
            <a:ext cx="2590724" cy="2560320"/>
          </a:xfrm>
          <a:prstGeom prst="roundRect">
            <a:avLst>
              <a:gd name="adj" fmla="val 2857"/>
            </a:avLst>
          </a:prstGeom>
          <a:solidFill>
            <a:srgbClr val="141F38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06292" y="2258568"/>
            <a:ext cx="20055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176</a:t>
            </a:r>
            <a:pPr indent="0" marL="0">
              <a:buNone/>
            </a:pPr>
            <a:r>
              <a:rPr lang="en-US" sz="15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/ 176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3706292" y="3172968"/>
            <a:ext cx="20055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channel center 全數量測有效，無 INVALID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87288" y="1874520"/>
            <a:ext cx="2590724" cy="2560320"/>
          </a:xfrm>
          <a:prstGeom prst="roundRect">
            <a:avLst>
              <a:gd name="adj" fmla="val 2857"/>
            </a:avLst>
          </a:prstGeom>
          <a:solidFill>
            <a:srgbClr val="141F38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479896" y="2258568"/>
            <a:ext cx="20055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</a:t>
            </a:r>
            <a:pPr indent="0" marL="0">
              <a:buNone/>
            </a:pPr>
            <a:r>
              <a:rPr lang="en-US" sz="15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欄位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6479896" y="3172968"/>
            <a:ext cx="20055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OFDM SISO 結果解析並寫入 artifacts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960891" y="1874520"/>
            <a:ext cx="2590724" cy="2560320"/>
          </a:xfrm>
          <a:prstGeom prst="roundRect">
            <a:avLst>
              <a:gd name="adj" fmla="val 2857"/>
            </a:avLst>
          </a:prstGeom>
          <a:solidFill>
            <a:srgbClr val="141F38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53499" y="2258568"/>
            <a:ext cx="20055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pPr indent="0" marL="0">
              <a:buNone/>
            </a:pPr>
            <a:r>
              <a:rPr lang="en-US" sz="15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種輸出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9253499" y="3172968"/>
            <a:ext cx="20055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CSV / JSON / metadata / raw / report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8920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涵蓋 20 / 40 / 80 / 160 / 320 MHz。執行時由後端在 RF Off 且量測 idle 的狀態下自動選取匹配 waveform，並做絕對路徑 readback 確認。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9722815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操作介面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雙語響應式 Web 量測工作區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801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三個操作分頁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1746504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單點、頻率掃描、功率掃描；示範與實機共用同一套流程。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624328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624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59689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非同步 Job API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2542032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逐點進度、即時 EVM 趨勢、暫停與取消，只保留單一 active job。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419856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419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39242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Runs Table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337560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搜尋、篩選與排序；刪除需輸入 Run ID 並移入可復原 Trash。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215384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215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41879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 Run 比較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251960" y="4133088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到 8 個 Run 疊圖，可自訂 Trace 並匯出 SVG / PNG / CSV。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5010912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0109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·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298448" y="4983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唯讀歷史分析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251960" y="4928616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只讀既有 artifacts，全程不送 RF。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722815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工程實務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讓這套系統可以被別人接手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72888" cy="1874520"/>
          </a:xfrm>
          <a:prstGeom prst="roundRect">
            <a:avLst>
              <a:gd name="adj" fmla="val 3902"/>
            </a:avLst>
          </a:prstGeom>
          <a:solidFill>
            <a:srgbClr val="141F38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50976" y="2167128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50976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2148840"/>
            <a:ext cx="408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SCPI 集中管理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50976" y="2788920"/>
            <a:ext cx="4651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指令收斂到 configs/scpi_command_map.yaml，不在程式各處散落字串。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78728" y="1874520"/>
            <a:ext cx="5272888" cy="1874520"/>
          </a:xfrm>
          <a:prstGeom prst="roundRect">
            <a:avLst>
              <a:gd name="adj" fmla="val 3902"/>
            </a:avLst>
          </a:prstGeom>
          <a:solidFill>
            <a:srgbClr val="141F38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9624" y="2167128"/>
            <a:ext cx="402336" cy="40233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89624" y="2167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174840" y="2148840"/>
            <a:ext cx="408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Protocol 抽象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589624" y="2788920"/>
            <a:ext cx="4651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Workflow 對 InstrumentSession 撰寫，實機 session 與 Mock 後端可直接互換。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5272888" cy="1874520"/>
          </a:xfrm>
          <a:prstGeom prst="roundRect">
            <a:avLst>
              <a:gd name="adj" fmla="val 3902"/>
            </a:avLst>
          </a:prstGeom>
          <a:solidFill>
            <a:srgbClr val="141F38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0976" y="4361688"/>
            <a:ext cx="402336" cy="40233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0976" y="4361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536192" y="4343400"/>
            <a:ext cx="408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設定即型別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950976" y="4983480"/>
            <a:ext cx="4651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YAML 經 pydantic 模型驗證，錯誤設定在連線之前就被擋下。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78728" y="4069080"/>
            <a:ext cx="5272888" cy="1874520"/>
          </a:xfrm>
          <a:prstGeom prst="roundRect">
            <a:avLst>
              <a:gd name="adj" fmla="val 3902"/>
            </a:avLst>
          </a:prstGeom>
          <a:solidFill>
            <a:srgbClr val="141F38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89624" y="4361688"/>
            <a:ext cx="402336" cy="402336"/>
          </a:xfrm>
          <a:prstGeom prst="ellipse">
            <a:avLst/>
          </a:prstGeom>
          <a:solidFill>
            <a:srgbClr val="FB718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89624" y="4361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74840" y="4343400"/>
            <a:ext cx="4084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不碰實機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6589624" y="4983480"/>
            <a:ext cx="4651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 跑 Windows 與 Python 3.11 的 unit、Mock 與設定驗證，永不執行實機 RF。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9722815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誠實邊界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目前還不能宣稱的事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393338" cy="2468880"/>
          </a:xfrm>
          <a:prstGeom prst="roundRect">
            <a:avLst>
              <a:gd name="adj" fmla="val 2963"/>
            </a:avLst>
          </a:prstGeom>
          <a:solidFill>
            <a:srgbClr val="141F38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9264" y="2203704"/>
            <a:ext cx="402336" cy="40233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9264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9264" y="2770632"/>
            <a:ext cx="2734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尚未套用校正補償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69264" y="3264408"/>
            <a:ext cx="27349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Power Reference Plane 補償還沒套用，metadata 記錄 calibration_applied=false。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99178" y="1874520"/>
            <a:ext cx="3393338" cy="2468880"/>
          </a:xfrm>
          <a:prstGeom prst="roundRect">
            <a:avLst>
              <a:gd name="adj" fmla="val 2963"/>
            </a:avLst>
          </a:prstGeom>
          <a:solidFill>
            <a:srgbClr val="141F38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28362" y="2203704"/>
            <a:ext cx="402336" cy="40233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728362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28362" y="2770632"/>
            <a:ext cx="2734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不宣稱 PASS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28362" y="3264408"/>
            <a:ext cx="27349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沒有正式 limit profile 的實機結果只標示 MEASURED，不等於 RF compliance 通過。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58277" y="1874520"/>
            <a:ext cx="3393338" cy="2468880"/>
          </a:xfrm>
          <a:prstGeom prst="roundRect">
            <a:avLst>
              <a:gd name="adj" fmla="val 2963"/>
            </a:avLst>
          </a:prstGeom>
          <a:solidFill>
            <a:srgbClr val="141F38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87461" y="2203704"/>
            <a:ext cx="402336" cy="40233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87461" y="22037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87461" y="2770632"/>
            <a:ext cx="273497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Draft 校正流程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87461" y="3264408"/>
            <a:ext cx="273497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Path Loss profile 可建立與審查，但外部校正儀器 adapter 尚未通過 HIL。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70916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Mock、dry-run、CMsquares 手動量測或單獨的 stored FETCh，都不會被描述成新的完整實機量測。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9722815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 </a:t>
            </a:r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接下來要補上的三件事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8928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校正 adapter HIL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1837944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完成外部校正儀器 adapter 的實機驗證，讓 Path Loss 補償可正式套用。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788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761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功率掃描重驗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51960" y="2706624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重驗固定功率掃描 profile，排除最新 waveform 仍出現的 INV 點位。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657600"/>
            <a:ext cx="402336" cy="40233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657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0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36301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多圖同步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251960" y="3575304"/>
            <a:ext cx="7299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 EVM、Power 與 Frequency Error 共用 X 軸與游標。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617720"/>
            <a:ext cx="10911535" cy="1234440"/>
          </a:xfrm>
          <a:prstGeom prst="roundRect">
            <a:avLst>
              <a:gd name="adj" fmla="val 5926"/>
            </a:avLst>
          </a:prstGeom>
          <a:solidFill>
            <a:srgbClr val="141F38"/>
          </a:solidFill>
          <a:ln/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005840" y="4892040"/>
            <a:ext cx="101800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目前狀態：Mock 與示範可用；實機 SingleShot 與 11 個 WLAN 區段已通過 HIL；自訂掃描依 RF workflow 決定是否放行。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CMP180 WLAN TX EVM Automation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9722815" y="6327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DB0C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0116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可重現、可稽核，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20040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EEF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而且失敗時一定安全</a:t>
            </a:r>
            <a:endParaRPr lang="en-US" sz="3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60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DB0C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架構圖與生命週期圖的互動版本收錄在 repo 的 docs/diagrams。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CMP180 WLAN TX EVM 自動化量測系統</dc:title>
  <dc:subject>PptxGenJS Presentation</dc:subject>
  <dc:creator>CMP180 WLAN TX EVM Automation</dc:creator>
  <cp:lastModifiedBy>CMP180 WLAN TX EVM Automation</cp:lastModifiedBy>
  <cp:revision>1</cp:revision>
  <dcterms:created xsi:type="dcterms:W3CDTF">2026-09-03T00:44:32Z</dcterms:created>
  <dcterms:modified xsi:type="dcterms:W3CDTF">2026-09-03T00:44:32Z</dcterms:modified>
</cp:coreProperties>
</file>