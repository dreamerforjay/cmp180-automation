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開場說明：這是一份草稿版結案報告，重點是展示實習期間完成的 CMP180 WLAN TX EVM 自動化、RF 安全邊界、artifacts 與可交接文件。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這頁用來說明專案動機。避免說手動工具不好，重點放在重現性、資料追溯與安全收尾。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這頁把期末交付講清楚，並且為後面誠實邊界鋪路。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這頁呈現實習學習成果，不只列功能。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講解 Web/CLI、workflow、service、SCPI registry、InstrumentSession 與 CMP180 的分層。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強調這套系統的安全價值。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說明安全檢查失敗不送 RF，RF 開啟後任何例外都進入 cleanup。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這頁引用 HANDOFF 與 docs/loopback-validation.md。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 run artifact 資料夾時，可以打開 CSV、JSON、metadata、HTML report 與 PNG。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這頁可搭配現場 Web 或錄影素材。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這頁用工程交接角度說明品質。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 4 到 5 個講即可，重點是如何發現、如何修、為什麼這樣修。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這頁是保護專案可信度的關鍵。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這頁對應 docs/live-demo-recording-plan.md。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結尾重申：目前最完整、最可信的主線是 WLAN loopback 自動化。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762125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PROJECT / DRAFT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2476500"/>
            <a:ext cx="128587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CMP180 WLAN TX EVM</a:t>
            </a:r>
            <a:endParaRPr lang="en-US" sz="6300" dirty="0"/>
          </a:p>
          <a:p>
            <a:pPr indent="0" marL="0">
              <a:buNone/>
            </a:pPr>
            <a:r>
              <a:rPr lang="en-US" sz="63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自動化量測系統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238250" y="533400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實習結案報告草稿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38250" y="885825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Rohde &amp; Schwarz CMP180 · Python 3.11+ · WLAN TX EVM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15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問題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手動量測的重現與稽核問題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31432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5450" y="31432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CMsquares 手動設定容易讓頻率、功率、routing 與 expected power 漂移。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39814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5450" y="39814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掃描多個測試點時，重複操作成本高，資料抄錄也容易出錯。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48196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5450" y="48196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量測條件若只留在操作者記憶中，事後很難還原。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9200" y="56578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5450" y="56578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 異常收尾必須由程式保證，不能只靠人工記得關閉。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15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目標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實習專案的交付範圍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31432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5450" y="31432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Python 3.11+ CMP180 WLAN TX EVM 自動化系統。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39814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5450" y="39814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SingleShot、Frequency Sweep、Power Sweep 與 loopback baseline。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48196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5450" y="48196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CSV、JSON、metadata、raw response、HTML report 與圖表。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9200" y="56578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5450" y="56578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Web GUI、Mock mode、文件中心、SOP、Demo 腳本與 GitHub/CI 整理。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學習與工具鏈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RF 量測走到可維護的自動化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14325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3143250"/>
            <a:ext cx="76200" cy="85725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1470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 / EVM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57750" y="330517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 dBm、dB、EVM、burst power、frequency error 與 invalid token 判讀。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52500" y="426720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500" y="4267200"/>
            <a:ext cx="76200" cy="85725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443865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CMP180 / SCPI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57750" y="442912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 CMsquares、Command Help 與 query-only discovery 建立命令邊界。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52500" y="539115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" y="5391150"/>
            <a:ext cx="76200" cy="85725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556260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/ CI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57750" y="555307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typed config、pytest 與 GitHub Actions 支撐無儀器回歸。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2500" y="651510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2500" y="6515100"/>
            <a:ext cx="76200" cy="85725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668655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/ Report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57750" y="667702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整合安全確認、job progress、run history、圖表與 artifacts。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系統架構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分層職責與 RF 授權邊界</a:t>
            </a:r>
            <a:endParaRPr lang="en-US" sz="4800" dirty="0"/>
          </a:p>
        </p:txBody>
      </p:sp>
      <p:pic>
        <p:nvPicPr>
          <p:cNvPr id="4" name="Image 0" descr="C:\Users\TMYA0006\Desktop\PROJECT\CMP180v0\docs\diagrams\system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28750" y="3000375"/>
            <a:ext cx="15430500" cy="590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15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RF 安全設計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 RF 前的三道閘門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14325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3143250"/>
            <a:ext cx="76200" cy="85725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1470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 驗證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57750" y="330517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只允許已驗證的 RF1.1 到 RF1.5 loopback，generator 與 analyzer 不得同 port。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52500" y="426720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500" y="4267200"/>
            <a:ext cx="76200" cy="85725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443865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 Profile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57750" y="442912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只放行已完成 HIL 的 band、bandwidth、frequency 與功率範圍。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52500" y="539115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" y="5391150"/>
            <a:ext cx="76200" cy="85725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556260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操作員確認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57750" y="555307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最後摘要列出實際頻率、功率與頻寬，未確認就不送 RF。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2500" y="651510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2500" y="6515100"/>
            <a:ext cx="76200" cy="85725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668655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例外收尾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57750" y="667702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成功、錯誤、逾時、取消都會 Stop 或 Abort，再 RF Off。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15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SingleShot 生命週期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七個階段與不可繞過的 cleanup</a:t>
            </a:r>
            <a:endParaRPr lang="en-US" sz="4800" dirty="0"/>
          </a:p>
        </p:txBody>
      </p:sp>
      <p:pic>
        <p:nvPicPr>
          <p:cNvPr id="4" name="Image 0" descr="C:\Users\TMYA0006\Desktop\PROJECT\CMP180v0\docs\diagrams\single-measurement-life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28750" y="3000375"/>
            <a:ext cx="15430500" cy="590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15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實機驗證成果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WLAN loopback 主線完成 HIL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333750"/>
            <a:ext cx="3619500" cy="2333625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714750"/>
            <a:ext cx="285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1257300" y="4810125"/>
            <a:ext cx="30003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approved WLAN section 代表點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953000" y="3333750"/>
            <a:ext cx="3619500" cy="2333625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3714750"/>
            <a:ext cx="285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110/110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5257800" y="4810125"/>
            <a:ext cx="30003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Loopback repeats 有效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953500" y="3333750"/>
            <a:ext cx="3619500" cy="2333625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58300" y="3714750"/>
            <a:ext cx="285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4100" dirty="0"/>
          </a:p>
        </p:txBody>
      </p:sp>
      <p:sp>
        <p:nvSpPr>
          <p:cNvPr id="12" name="Text 10"/>
          <p:cNvSpPr/>
          <p:nvPr/>
        </p:nvSpPr>
        <p:spPr>
          <a:xfrm>
            <a:off x="9258300" y="4810125"/>
            <a:ext cx="30003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OFDM SISO 結果欄位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2954000" y="3333750"/>
            <a:ext cx="3619500" cy="2333625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0" y="3714750"/>
            <a:ext cx="285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4100" dirty="0"/>
          </a:p>
        </p:txBody>
      </p:sp>
      <p:sp>
        <p:nvSpPr>
          <p:cNvPr id="15" name="Text 13"/>
          <p:cNvSpPr/>
          <p:nvPr/>
        </p:nvSpPr>
        <p:spPr>
          <a:xfrm>
            <a:off x="13258800" y="4810125"/>
            <a:ext cx="30003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statistics 全部保存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52500" y="6286500"/>
            <a:ext cx="1466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 2.4 / 5 / 6 GHz 與 20 / 40 / 80 / 160 / 320 MHz。這些證據只授權已核准 loopback profile，不等於 DUT compliance。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15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資料輸出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每次量測都留下可追溯證據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333750"/>
            <a:ext cx="3619500" cy="2333625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714750"/>
            <a:ext cx="285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1257300" y="4810125"/>
            <a:ext cx="30003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資料分析與 Excel 檢查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953000" y="3333750"/>
            <a:ext cx="3619500" cy="2333625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3714750"/>
            <a:ext cx="285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5257800" y="4810125"/>
            <a:ext cx="30003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結構化結果與 metadata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953500" y="3333750"/>
            <a:ext cx="3619500" cy="2333625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58300" y="3714750"/>
            <a:ext cx="285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endParaRPr lang="en-US" sz="4100" dirty="0"/>
          </a:p>
        </p:txBody>
      </p:sp>
      <p:sp>
        <p:nvSpPr>
          <p:cNvPr id="12" name="Text 10"/>
          <p:cNvSpPr/>
          <p:nvPr/>
        </p:nvSpPr>
        <p:spPr>
          <a:xfrm>
            <a:off x="9258300" y="4810125"/>
            <a:ext cx="30003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儀器原始回應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2954000" y="3333750"/>
            <a:ext cx="3619500" cy="2333625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0" y="3714750"/>
            <a:ext cx="285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</a:t>
            </a:r>
            <a:endParaRPr lang="en-US" sz="4100" dirty="0"/>
          </a:p>
        </p:txBody>
      </p:sp>
      <p:sp>
        <p:nvSpPr>
          <p:cNvPr id="15" name="Text 13"/>
          <p:cNvSpPr/>
          <p:nvPr/>
        </p:nvSpPr>
        <p:spPr>
          <a:xfrm>
            <a:off x="13258800" y="4810125"/>
            <a:ext cx="30003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Matplotlib 報告圖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52500" y="6286500"/>
            <a:ext cx="1466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approved limit profile 時只標示 MEASURED。Invalid point 不補 0，也不寫成 PASS。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15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Web GUI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雙語響應式量測工作區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31432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5450" y="31432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WLAN SingleShot、Frequency Sweep、Power Sweep 與 GPRF Power Reading 分類清楚。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39814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5450" y="39814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Preview 會顯示 rejection reason、修正方式與正確範圍。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48196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5450" y="48196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非同步 job 顯示進度、趨勢、取消與 partial artifacts。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9200" y="56578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5450" y="56578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 History 支援搜尋、篩選、排序、載入歷史設定與 2 到 8 筆 run 比較。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工程實務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讓系統可以被別人接手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14325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3143250"/>
            <a:ext cx="76200" cy="85725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1470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SCPI 集中管理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57750" y="330517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指令收斂到 command map 與 typed registry，不散落在 workflow。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52500" y="426720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500" y="4267200"/>
            <a:ext cx="76200" cy="85725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443865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Protocol 抽象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57750" y="442912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Workflow 對 InstrumentSession 撰寫，實機與 Mock backend 可切換。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52500" y="539115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" y="5391150"/>
            <a:ext cx="76200" cy="85725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556260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設定驗證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57750" y="555307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YAML 經模型與 cross-field safety validation，錯誤在連線前被擋下。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2500" y="6515100"/>
            <a:ext cx="15811500" cy="857250"/>
          </a:xfrm>
          <a:prstGeom prst="rect">
            <a:avLst/>
          </a:prstGeom>
          <a:solidFill>
            <a:srgbClr val="101A30"/>
          </a:solidFill>
          <a:ln w="12700">
            <a:solidFill>
              <a:srgbClr val="1D2B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2500" y="6515100"/>
            <a:ext cx="76200" cy="85725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6686550"/>
            <a:ext cx="333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邊界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57750" y="6677025"/>
            <a:ext cx="1123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3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 只跑 unit、Mock 與 config validation，不碰公司 CMP180。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問題與修正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實習期間的關鍵除錯案例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31432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5450" y="31432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CMP180 ID token 與預期不同，identity gate 依實機證據修正。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39814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5450" y="39814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 point 回傳 INV 曾被誤標完成，後來加入 critical field gate。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48196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5450" y="48196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自訂值曾執行固定 profile，後來讓前後端共用同一個 plan。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9200" y="56578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5450" y="56578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Measurement 長時間 RUN，追到 repetition 漂移為 Continuous 並修正成 SingleShot readback。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19200" y="64960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5450" y="64960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GPRF power 受 WLAN ARB burst 影響，改用 CW 量測並在結束後恢復 ARB。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誠實邊界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目前還不能宣稱的能力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31432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5450" y="31432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 loopback acceptance 不等於 DUT 或 UDBox compliance。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39814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5450" y="39814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 calibration profile 與 approved limit profile 仍需 RF owner 核准。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48196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5450" y="48196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MCS sweep、Constellation 與 5G NR FR1 仍屬下一階段 scope。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9200" y="56578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5450" y="56578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Mock、Preview、CMsquares 手動操作與 stored FETCh 不算新的完整 Python 實機量測。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Demo 流程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現場展示以安全與證據為主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31432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5450" y="31432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先展示文件中心與 hardware SOP。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39814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5450" y="39814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Mock / Demo mode 示範完整操作流程。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48196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5450" y="48196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展示實機 preview gate、最後確認與 rejection reason。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9200" y="56578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5450" y="56578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開啟既有 run history、HTML report、CSV、JSON、metadata 與 Matplotlib PNG。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19200" y="64960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5450" y="64960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結尾指到 README、SPEC、SCPI matrix、Demo 腳本與錄影計畫。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76300"/>
            <a:ext cx="723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下一步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交接後的擴充方向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200" y="31432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5450" y="31432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traceable path loss、DUT/UDBox route 與 RF owner approval。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39814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5450" y="39814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approved calibration/limit profile 後再宣稱 compliance。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4819650"/>
            <a:ext cx="34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5450" y="4819650"/>
            <a:ext cx="14763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 MCS sweep、Constellation、5G NR FR1、RBAC 與 structured audit logging。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2500" y="9658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6002000" y="96583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3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15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Internship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CMP180 WLAN TX EVM 自動化量測系統</dc:title>
  <dc:subject>CMP180 WLAN TX EVM internship final-project draft</dc:subject>
  <dc:creator>CMP180 Automation</dc:creator>
  <cp:lastModifiedBy>CMP180 Automation</cp:lastModifiedBy>
  <cp:revision>1</cp:revision>
  <dcterms:created xsi:type="dcterms:W3CDTF">2026-09-08T05:57:43Z</dcterms:created>
  <dcterms:modified xsi:type="dcterms:W3CDTF">2026-09-08T05:57:43Z</dcterms:modified>
</cp:coreProperties>
</file>